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8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9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0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3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14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5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16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17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18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19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20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21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charts/chart22.xml" ContentType="application/vnd.openxmlformats-officedocument.drawingml.chart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charts/chart23.xml" ContentType="application/vnd.openxmlformats-officedocument.drawingml.chart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charts/chart24.xml" ContentType="application/vnd.openxmlformats-officedocument.drawingml.chart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charts/chart25.xml" ContentType="application/vnd.openxmlformats-officedocument.drawingml.chart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charts/chart26.xml" ContentType="application/vnd.openxmlformats-officedocument.drawingml.chart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charts/chart27.xml" ContentType="application/vnd.openxmlformats-officedocument.drawingml.chart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charts/chart28.xml" ContentType="application/vnd.openxmlformats-officedocument.drawingml.chart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charts/chart29.xml" ContentType="application/vnd.openxmlformats-officedocument.drawingml.chart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charts/chart30.xml" ContentType="application/vnd.openxmlformats-officedocument.drawingml.chart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charts/chart31.xml" ContentType="application/vnd.openxmlformats-officedocument.drawingml.chart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charts/chart32.xml" ContentType="application/vnd.openxmlformats-officedocument.drawingml.chart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charts/chart33.xml" ContentType="application/vnd.openxmlformats-officedocument.drawingml.chart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cases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Analyze</c:v>
                  </c:pt>
                  <c:pt idx="1">
                    <c:v>Technical</c:v>
                  </c:pt>
                  <c:pt idx="2">
                    <c:v>Draft</c:v>
                  </c:pt>
                  <c:pt idx="3">
                    <c:v>Summarize</c:v>
                  </c:pt>
                  <c:pt idx="4">
                    <c:v>Research</c:v>
                  </c:pt>
                  <c:pt idx="5">
                    <c:v>Extraction</c:v>
                  </c:pt>
                  <c:pt idx="6">
                    <c:v>Review</c:v>
                  </c:pt>
                  <c:pt idx="7">
                    <c:v>Coach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10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</c:v>
                </c:pt>
                <c:pt idx="1">
                  <c:v>4</c:v>
                </c:pt>
                <c:pt idx="2">
                  <c:v>6</c:v>
                </c:pt>
                <c:pt idx="3">
                  <c:v>11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0.31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0.5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0.19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cases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Draft</c:v>
                  </c:pt>
                  <c:pt idx="1">
                    <c:v>Review</c:v>
                  </c:pt>
                  <c:pt idx="2">
                    <c:v>Analyze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Summarize</c:v>
                  </c:pt>
                  <c:pt idx="6">
                    <c:v>Extraction</c:v>
                  </c:pt>
                  <c:pt idx="7">
                    <c:v>Coach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3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7</c:v>
                </c:pt>
                <c:pt idx="2">
                  <c:v>1</c:v>
                </c:pt>
                <c:pt idx="3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cases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Draft</c:v>
                  </c:pt>
                  <c:pt idx="1">
                    <c:v>Summarize</c:v>
                  </c:pt>
                  <c:pt idx="2">
                    <c:v>Review</c:v>
                  </c:pt>
                  <c:pt idx="3">
                    <c:v>Coach</c:v>
                  </c:pt>
                  <c:pt idx="4">
                    <c:v>Brainstorm</c:v>
                  </c:pt>
                  <c:pt idx="5">
                    <c:v>Technical</c:v>
                  </c:pt>
                  <c:pt idx="6">
                    <c:v>Analyze</c:v>
                  </c:pt>
                  <c:pt idx="7">
                    <c:v>Research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0.33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0.67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cases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Draft</c:v>
                  </c:pt>
                  <c:pt idx="1">
                    <c:v>Analyze</c:v>
                  </c:pt>
                  <c:pt idx="2">
                    <c:v>Review</c:v>
                  </c:pt>
                  <c:pt idx="3">
                    <c:v>Research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0.75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cases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Extraction</c:v>
                  </c:pt>
                  <c:pt idx="3">
                    <c:v>Brainstorm</c:v>
                  </c:pt>
                  <c:pt idx="4">
                    <c:v>Summarize</c:v>
                  </c:pt>
                  <c:pt idx="5">
                    <c:v>Technical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2</c:v>
                </c:pt>
                <c:pt idx="2">
                  <c:v>0</c:v>
                </c:pt>
                <c:pt idx="3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0.25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0.5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cases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Analyze</c:v>
                  </c:pt>
                  <c:pt idx="1">
                    <c:v>Summarize</c:v>
                  </c:pt>
                  <c:pt idx="2">
                    <c:v>Draft</c:v>
                  </c:pt>
                  <c:pt idx="3">
                    <c:v>Research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0.17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0.5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0.17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cases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Research</c:v>
                  </c:pt>
                  <c:pt idx="4">
                    <c:v>Review</c:v>
                  </c:pt>
                  <c:pt idx="5">
                    <c:v>Extraction</c:v>
                  </c:pt>
                  <c:pt idx="6">
                    <c:v>Technical</c:v>
                  </c:pt>
                  <c:pt idx="7">
                    <c:v>Brainstorm</c:v>
                  </c:pt>
                  <c:pt idx="8">
                    <c:v>Coach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</c:v>
                </c:pt>
                <c:pt idx="1">
                  <c:v>10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4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18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11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0.25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0.25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cases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Draft</c:v>
                  </c:pt>
                  <c:pt idx="1">
                    <c:v>Analyze</c:v>
                  </c:pt>
                  <c:pt idx="2">
                    <c:v>Summarize</c:v>
                  </c:pt>
                  <c:pt idx="3">
                    <c:v>Extraction</c:v>
                  </c:pt>
                  <c:pt idx="4">
                    <c:v>Coach</c:v>
                  </c:pt>
                  <c:pt idx="5">
                    <c:v>Technical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7</c:v>
                </c:pt>
                <c:pt idx="2">
                  <c:v>8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0.33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0.5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0.17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cases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Draft</c:v>
                  </c:pt>
                  <c:pt idx="1">
                    <c:v>Summarize</c:v>
                  </c:pt>
                  <c:pt idx="2">
                    <c:v>Analyze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0.33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0.17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cases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Research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cases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Technical</c:v>
                  </c:pt>
                  <c:pt idx="1">
                    <c:v>Summarize</c:v>
                  </c:pt>
                  <c:pt idx="2">
                    <c:v>Draft</c:v>
                  </c:pt>
                  <c:pt idx="3">
                    <c:v>Analyze</c:v>
                  </c:pt>
                  <c:pt idx="4">
                    <c:v>Research</c:v>
                  </c:pt>
                  <c:pt idx="5">
                    <c:v>Extraction</c:v>
                  </c:pt>
                  <c:pt idx="6">
                    <c:v>Coach</c:v>
                  </c:pt>
                  <c:pt idx="7">
                    <c:v>Review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10</c:v>
                </c:pt>
                <c:pt idx="2">
                  <c:v>7</c:v>
                </c:pt>
                <c:pt idx="3">
                  <c:v>4</c:v>
                </c:pt>
                <c:pt idx="4">
                  <c:v>3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Active all 3 mo.</c:v>
                  </c:pt>
                  <c:pt idx="1">
                    <c:v>2 of 3 mo.</c:v>
                  </c:pt>
                  <c:pt idx="2">
                    <c:v>1 of 3 mo.</c:v>
                  </c:pt>
                  <c:pt idx="3">
                    <c:v>Never active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0.39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0.54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ChatGPT</c:v>
                  </c:pt>
                  <c:pt idx="1">
                    <c:v>Claude</c:v>
                  </c:pt>
                  <c:pt idx="2">
                    <c:v>Both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0.07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Analytics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463040" cy="0"/>
          </a:xfrm>
          <a:prstGeom prst="line">
            <a:avLst/>
          </a:prstGeom>
          <a:noFill/>
          <a:ln w="31750">
            <a:solidFill>
              <a:srgbClr val="CC0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 ·  Adoption and cost  ·  Tool comparison  ·  Use case register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Analytics has logged 45 use cases, 44% of them analysis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submitted, by type of work (number of use cases)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submitted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4 Champions submitted (5.0 each on average)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CONNECT USERS HAVE SUBMITTED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3355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of 69 (1.2 each on average)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379476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692.5 hrs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HOURS, VALIDATED CASES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590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of 45 use cases carry a validated time estimate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is the most common type (20 of 45); technical is next with 9.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have submitted all; 21 of 69 Connect users have.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of Champion use cases were done in Claude.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in-scope Enterprise Analytics use cases as of the Sept 30 extract. Annualized hours reflect the 22 cases with a clean, quantifiable impact figure.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of Enterprise Analytics’ Connect users were active in September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users by number of months active, July to September (number of people)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and September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92836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09295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1591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080510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 SEPTEMBER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of 73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/ 61%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ALL 3 MONTHS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126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ChatGPT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LICENSES UNUSED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quarter (20%)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$4,358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COST, SEPTEMBER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~28,815 requests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18120" y="3794760"/>
            <a:ext cx="3977640" cy="960120"/>
          </a:xfrm>
          <a:prstGeom prst="rect">
            <a:avLst/>
          </a:prstGeom>
          <a:ln w="12700">
            <a:solidFill>
              <a:srgbClr val="DBDB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840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$285/mo  ·  Connect users $78/mo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$1,693 estimated for the same window; the two tools are not priced the same way per request.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of 66 Claude users and 33 of 54 ChatGPT users were active in every month of the quarter.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ChatGPT licenses were not used at any point in the quarter (20% of ChatGPT licenses).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 was $285/mo for Champions and $78/mo for Connect users.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is departure-adjusted: 73 active Enterprise Analytics Connect Users as of September; departed employees excluded starting the month they left. Source: AI_Connect_Master_AUDITED_2026-10-01.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the tools on 16 tasks; Claude was preferred on 8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 comparisons (16 comparisons)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COMPARISONS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ChatGPT, 8 Claude, 3 both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WORK TESTED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TOOK PART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PREFERENCE GIVEN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1, ChatGPT 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comparisons by 4 Champions across 7 types of work; the result describes these tasks, not the department.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by task: 8 preferred Claude, 5 preferred ChatGPT, 3 rated both equal.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answered: Claude 1, ChatGPT 2.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task_level_review_workbook0930.xlsx, Department Analysis Summary &amp; Analysis Ready Tasks.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Analytics: use cases submitted by Champions (20), 1 of 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DONOR, JASON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Monday Reporting Automation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DONOR, JASON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Change Reporting - Python Script Development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Grunin, Sarah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Business Review Performance Summary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DONOR, JASON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&amp; Transfer PowerPoint and Plug n Play Automation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DONOR, JASON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BJ's PowerPoint Builder Skill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Grunin, Sarah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analysis and finding patterns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DONOR, JASON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UOM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DONOR, JASON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Dunnhumby Panel Recap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DONOR, JASON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Geography/State Assortment Opportunity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DONOR, JASON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 Analysis (Value-Mid-Premium Brands)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Nair, Leena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Data Preparation and Cleansing for Business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DONOR, JASON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Management Process (CMP) Insights Automation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DONOR, JASON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Assortment Simplification (COGs Based CMP)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DONOR, JASON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Monday Recap/Insights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Grunin, Sarah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Demographic + Category Insights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Nair, Leena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Prepare monthly leadership recap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Champions-submitted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Analytics: use cases submitted by Champions (20), 2 of 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Nair, Leena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Preparation of slides for AI council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Willoughby, Joseph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Reusable Pattern for Enriching Materialized Views with Static Reference Tables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Willoughby, Joseph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Concurrent Query Handling for Genie-Powered Labor App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Willoughby, Joseph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Genie Prompt Engineering for Natural-Language Labor Analytics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Champions-submitted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Analytics: use cases submitted by Connect users (25), 1 of 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Henshaw, Jeffrey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 Sheet Creation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Sandford, Diana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 Sheet Analysis and Merchant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Harrington, Sean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CMP Baseline Drafting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Coyne, Chris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Claude to create a Power Point using a connector to Monday.com board.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Kolb, Jonathan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Excel Report in Databricks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Durnan, John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Funding Overview Planning files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Dubal, Nitesh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CMP micro-battle deck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Richards, Ryan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Parent Company Look 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Dubal, Nitesh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CMP First Ask / Round vs Round Responses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Richards, Ryan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PB00 to MLD Conversion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Shaw, Cherese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Stakeholder Q&amp;A Rehearsal for Meetings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Suzaki, Sayaka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 Public Filing Report - Quarterly Earning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Richards, Ryan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YART YAPC - Expired Agreements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Cavallo, Albert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(untitled)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Desmarais, Melissa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Catalog Tenure &amp; Turn Rate Analysis — Article Lifecycle Classification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Harvey, Noelle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Databricks Push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Analytics: use cases submitted by Connect users (25), 2 of 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Gupta, Pratik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Wow Wall GM placement analysis FY27 Set 6 Pivot &amp; AH4 Pivot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Ryan, Evan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&amp; Learn - Test and Control Club Selection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Starr, Joseph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Identifying Outliers in State Regulation Reporting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Mcfarland, David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 template modification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Elmowitz, Adam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 Center Core Dashboard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Pouncey, Kayin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an interactive HTML dashboard that recaps Center Core performance by category and highlights overall themes and opportunities for future sets.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Suzaki, Sayaka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 PUBLIC FILING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Freeman, Brendan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 Gain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Cassella, Joseph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Help me find Clubs that did not return pricing for Costco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463040" cy="0"/>
          </a:xfrm>
          <a:prstGeom prst="line">
            <a:avLst/>
          </a:prstGeom>
          <a:noFill/>
          <a:ln w="31750">
            <a:solidFill>
              <a:srgbClr val="CC0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 ·  Adoption and cost  ·  Tool comparison  ·  Use case register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has logged 29 use cases across 8 types of work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submitted, by type of work (number of use cases)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submitted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2 Champions submitted (3.0 each on average)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CONNECT USERS HAVE SUBMITTED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3355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of 31 (1.4 each on average)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379476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836.8 hrs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HOURS, VALIDATED CASES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590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of 29 use cases carry a validated time estimate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is the most common type (5 of 29); review is next with 5.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have submitted all; 16 of 31 Connect users have.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Champion use cases were done in Claude.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in-scope Finance use cases as of the Sept 30 extract. Annualized hours reflect the 11 cases with a clean, quantifiable impact figure.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 of Finance’s Connect users were active in September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users by number of months active, July to September (number of people)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and September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92836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09295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1591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080510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 SEPTEMBER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of 33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/ 0%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ALL 3 MONTHS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126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ChatGPT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LICENSES UNUSED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quarter (56%)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$1,753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COST, SEPTEMBER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~16,590 requests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18120" y="3794760"/>
            <a:ext cx="3977640" cy="960120"/>
          </a:xfrm>
          <a:prstGeom prst="rect">
            <a:avLst/>
          </a:prstGeom>
          <a:ln w="12700">
            <a:solidFill>
              <a:srgbClr val="DBDB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840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$70/mo  ·  Connect users $56/mo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$10 estimated for the same window; the two tools are not priced the same way per request.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of 33 Claude users and 0 of 18 ChatGPT users were active in every month of the quarter.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ChatGPT licenses were not used at any point in the quarter (56% of ChatGPT licenses).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 was $70/mo for Champions and $56/mo for Connect users.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is departure-adjusted: 33 active Finance Connect Users as of September; departed employees excluded starting the month they left. Source: AI_Connect_Master_AUDITED_2026-10-01.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the tools on 6 tasks; Claude was preferred on all 6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 comparisons (6 comparisons)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COMPARISONS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ChatGPT, 6 Claude, 0 both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WORK TESTED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TOOK PART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PREFERENCE GIVEN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comparisons by 2 Champions across 3 types of work; the result describes these tasks, not the department.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by task: 6 preferred Claude, 0 preferred ChatGPT, 0 rated both equal.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answered: Claude 2.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task_level_review_workbook0930.xlsx, Department Analysis Summary &amp; Analysis Ready Tasks.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Finance: use cases submitted by Champions (6)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Roberts, Cody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Writing - RPA PDD Generation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Roberts, Cody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Metric Visualization and Error Rates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Connors, Rebecca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Accounting Abstract 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Connors, Rebecca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Handbook Preparation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Roberts, Cody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System/Application Knowledge/skill gap assistance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Connors, Rebecca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Regulation Obligation/ERM 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Champions-submitted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Finance: use cases submitted by Connect users (23), 1 of 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Ramirez, Gladys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Automating GSC Tax Code Review for New Retail Articles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Guttridge, Liesl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 filtering on excel report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Budhiraja, Raghav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renaming saving Scanned PDFs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Connolly, Sara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Financials P&amp;L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Guttridge, Liesl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 PDD Training - comparison of actual PDD to one produced in training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Guttridge, Liesl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Email, JIRA, Resolve, consolidation for tracking issues to review with C2FO project team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SMALL, BRUCE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Drafting Slide Titles and Bullet Points for Monthly/Quarterly Board/Leadership Presentations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DiCarlo, Nicholas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Designing charts for Board Deck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Guttridge, Liesl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Template creation for 6 sigma structured project plan - with simple easy to use format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Guttridge, Liesl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generation and formatting for Senior Leadership Powerpoint Presentation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Guttridge, Liesl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 COE Service Now INC report -for Jan 2026 to Aug 2026 - incident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Albee, Mark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Sending, Attachment Saving, Invoice Matching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Albee, Mark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Return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McGrail, Joseph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Structure Realignment / Investment Grade Transition 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McGrail, Joseph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Management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Rahman, Ishmael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Forecasting the PD R&amp;M Opex GL lines using 3 Year Work Order Historical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Finance: use cases submitted by Connect users (23), 2 of 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Bauer, Keith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Resource for Credit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Stiling, Alexander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a PDF-to-Excel Asset Verification Tool for Purchase Requisitions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Hastry, Stephen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BJ's Regulatory Landscape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Flavin, Sean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Anaylsis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Maguire, Steven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File Comparison from Two Different Data Sources for the Same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Gillpatrick, Kenneth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Tie-Out Review and Internal Consistency Check of Q2 FY26 10-Q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McKinnon, John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Reviewing and Redlining a Vendor Services Agreement Renewal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Resources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463040" cy="0"/>
          </a:xfrm>
          <a:prstGeom prst="line">
            <a:avLst/>
          </a:prstGeom>
          <a:noFill/>
          <a:ln w="31750">
            <a:solidFill>
              <a:srgbClr val="CC0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 ·  Adoption and cost  ·  Tool comparison  ·  Use case register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Resources has logged 16 use cases, 44% of them drafting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submitted, by type of work (number of use cases)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submitted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2 Champions submitted (8.0 each on average)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CONNECT USERS HAVE SUBMITTED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3355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of 31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379476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203.7 hrs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HOURS, VALIDATED CASES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590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of 16 use cases carry a validated time estimate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is the most common type (7 of 16); summarize is next with 2.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16 use cases on record come from the 2 Champions; no Connect user has submitted one yet.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of Champion use cases were done in ChatGPT.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in-scope Human Resources use cases as of the Sept 30 extract. Annualized hours reflect the 7 cases with a clean, quantifiable impact figure.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 of Human Resources’ Connect users were active in September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users by number of months active, July to September (number of people)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and September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92836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09295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1591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080510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 SEPTEMBER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of 33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81%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ALL 3 MONTHS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126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ChatGPT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LICENSES UNUSED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quarter (3%)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COST, SEPTEMBER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~556 requests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18120" y="3794760"/>
            <a:ext cx="3977640" cy="960120"/>
          </a:xfrm>
          <a:prstGeom prst="rect">
            <a:avLst/>
          </a:prstGeom>
          <a:ln w="12700">
            <a:solidFill>
              <a:srgbClr val="DBDB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840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$140/mo  ·  Connect users $24/mo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$919 estimated for the same window; the two tools are not priced the same way per request.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2 Claude users and 25 of 31 ChatGPT users were active in every month of the quarter.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ChatGPT license was not used at any point in the quarter (3% of ChatGPT licenses).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 was $140/mo for Champions and $24/mo for Connect users.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is departure-adjusted: 33 active Human Resources Connect Users as of September; departed employees excluded starting the month they left. Source: AI_Connect_Master_AUDITED_2026-10-01.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the tools on 3 tasks; Claude was preferred on 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 comparisons (3 comparisons)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COMPARISONS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ChatGPT, 2 Claude, 0 both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WORK TESTED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TOOK PART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PREFERENCE GIVEN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comparisons by 1 Champion across 2 types of work; the result describes these tasks, not the department.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by task: 2 preferred Claude, 1 preferred ChatGPT, 0 rated both equal.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answered: ChatGPT 1.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task_level_review_workbook0930.xlsx, Department Analysis Summary &amp; Analysis Ready Tasks.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Resources: use cases submitted by Champions (16)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Larracey, Nichole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Interview Guide creation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Jenkins, Rebecca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Summarizing Notes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Larracey, Nichole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Translation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Jenkins, Rebecca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Transforming information from one format to another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Larracey, Nichole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 2026 analysis of separation/severance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Larracey, Nichole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Helped revise a table that was sent to me in a screenshot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Larracey, Nichole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of living differential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Jenkins, Rebecca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Improving HR Communications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Jenkins, Rebecca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Creating HR Documentation and Work Products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Jenkins, Rebecca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Synthesizing Information Across HR Documents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Jenkins, Rebecca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Conversation and Communication Coaching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Jenkins, Rebecca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as a Critical Thinking Partner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Brainstorm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Jenkins, Rebecca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Contract and Vendor Document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Jenkins, Rebecca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HR System Testing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Larracey, Nichole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 letter language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Larracey, Nichole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investigation notes for bias after a challenging termination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Champions-submitted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463040" cy="0"/>
          </a:xfrm>
          <a:prstGeom prst="line">
            <a:avLst/>
          </a:prstGeom>
          <a:noFill/>
          <a:ln w="31750">
            <a:solidFill>
              <a:srgbClr val="CC0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 ·  Adoption and cost  ·  Tool comparison  ·  Use case register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has logged 7 use cases, 43% of them drafting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submitted, by type of work (number of use cases)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submitted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2 Champions submitted (3.0 each on average)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CONNECT USERS HAVE SUBMITTED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3355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of 19 (1.0 each on average)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379476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256.5 hrs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HOURS, VALIDATED CASES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590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of 7 use cases carry a validated time estimate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is the most common type (3 of 7); analyze is next with 2.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have submitted all; 1 of 19 Connect users have.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Champion use cases were done in Claude.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in-scope Legal use cases as of the Sept 30 extract. Annualized hours reflect the 6 cases with a clean, quantifiable impact figure.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of Legal’s Connect users were active in September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users by number of months active, July to September (number of people)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and September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92836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09295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1591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080510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 SEPTEMBER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 21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25%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ALL 3 MONTHS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126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ChatGPT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LICENSES UNUSED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quarter: none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$2,039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COST, SEPTEMBER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~18,421 requests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18120" y="3794760"/>
            <a:ext cx="3977640" cy="960120"/>
          </a:xfrm>
          <a:prstGeom prst="rect">
            <a:avLst/>
          </a:prstGeom>
          <a:ln w="12700">
            <a:solidFill>
              <a:srgbClr val="DBDB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840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$269/mo  ·  Connect users $99/mo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$286 estimated for the same window; the two tools are not priced the same way per request.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of 18 Claude users and 1 of 2 ChatGPT users were active in every month of the quarter.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ChatGPT license in the department was used at least once in the quarter.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 was $269/mo for Champions and $99/mo for Connect users.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is departure-adjusted: 21 active Legal Connect Users as of September; departed employees excluded starting the month they left. Source: AI_Connect_Master_AUDITED_2026-10-01.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the tools on 4 tasks; Claude was preferred on 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 comparisons (4 comparisons)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COMPARISONS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ChatGPT, 3 Claude, 0 both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WORK TESTED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TOOK PART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PREFERENCE GIVEN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1, No answer 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comparisons by 2 Champions across 4 types of work; the result describes these tasks, not the department.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by task: 3 preferred Claude, 1 preferred ChatGPT, 0 rated both equal.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answered: Claude 1, No answer 1.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task_level_review_workbook0930.xlsx, Department Analysis Summary &amp; Analysis Ready Tasks.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Legal: use cases submitted by Champions (6)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Driscoll, Brian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McContractCompare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Driscoll, Brian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BJ's Fact Check Skill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Driscoll, Brian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Hold and Document Retention Notice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Driscoll, Brian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Blackout Date Calculator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Forslund, Katie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 Lease Summary Chart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Driscoll, Brian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Governance Source of Truth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Champions-submitted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Legal: use cases submitted by Connect users (1)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Touchette, Rebecca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Closing Agenda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463040" cy="0"/>
          </a:xfrm>
          <a:prstGeom prst="line">
            <a:avLst/>
          </a:prstGeom>
          <a:noFill/>
          <a:ln w="31750">
            <a:solidFill>
              <a:srgbClr val="CC0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 ·  Adoption and cost  ·  Tool comparison  ·  Use case register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has logged 9 use cases, 44% of them analysis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submitted, by type of work (number of use cases)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submitted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Champions submitted (2.7 each on average)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CONNECT USERS HAVE SUBMITTED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3355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of 17 (1.0 each on average)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379476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85.5 hrs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HOURS, VALIDATED CASES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590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9 use cases carry a validated time estimate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is the most common type (4 of 9); draft is next with 1.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have submitted all; 1 of 17 Connect users have.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of Champion use cases were done in Claude.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in-scope Marketing use cases as of the Sept 30 extract. Annualized hours reflect the 3 cases with a clean, quantifiable impact figure.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of Marketing’s Connect users were active in September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users by number of months active, July to September (number of people)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and September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92836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09295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1591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080510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 SEPTEMBER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of 20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/ 67%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ALL 3 MONTHS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126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ChatGPT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LICENSES UNUSED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quarter (17%)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$288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COST, SEPTEMBER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~4,803 requests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18120" y="3794760"/>
            <a:ext cx="3977640" cy="960120"/>
          </a:xfrm>
          <a:prstGeom prst="rect">
            <a:avLst/>
          </a:prstGeom>
          <a:ln w="12700">
            <a:solidFill>
              <a:srgbClr val="DBDB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840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$75/mo  ·  Connect users $9/mo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$76 estimated for the same window; the two tools are not priced the same way per request.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of 8 Claude users and 8 of 12 ChatGPT users were active in every month of the quarter.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ChatGPT licenses were not used at any point in the quarter (17% of ChatGPT licenses).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 was $75/mo for Champions and $9/mo for Connect users.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is departure-adjusted: 20 active Marketing Connect Users as of September; departed employees excluded starting the month they left. Source: AI_Connect_Master_AUDITED_2026-10-01.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the tools on 4 tasks; both tools were rated equal on 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 comparisons (4 comparisons)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COMPARISONS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ChatGPT, 1 Claude, 2 both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WORK TESTED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TOOK PART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PREFERENCE GIVEN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comparisons by 2 Champions across 2 types of work; the result describes these tasks, not the department.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by task: 1 preferred Claude, 1 preferred ChatGPT, 2 rated both equal.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answered: Claude 2.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task_level_review_workbook0930.xlsx, Department Analysis Summary &amp; Analysis Ready Tasks.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Marketing: use cases submitted by Champions (8)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Hoare, Gary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Extracted offer details form Snart Saver circular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Hoare, Gary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Photorealistic product image made from illustration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Brainstorm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Chong, Alyssa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 calculations for an Email Performance dashboard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Guerrieri, Max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Mock Ups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Chong, Alyssa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Created a Weekly Dashboard on Email Performance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Chong, Alyssa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 the Path to $250M in the Email Channel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Chong, Alyssa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an Executive level presentation to present about AI team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Hoare, Gary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Created html app to generate coupons and ATC images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Champions-submitted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Marketing: use cases submitted by Connect users (1)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Lemmon, Melissa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In-Club Media Strategy &amp; Program Development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463040" cy="0"/>
          </a:xfrm>
          <a:prstGeom prst="line">
            <a:avLst/>
          </a:prstGeom>
          <a:noFill/>
          <a:ln w="31750">
            <a:solidFill>
              <a:srgbClr val="CC0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 ·  Adoption and cost  ·  Tool comparison  ·  Use case register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has logged 8 use cases across 4 types of work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submitted, by type of work (number of use cases)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submitted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2 Champions submitted (3.0 each on average)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CONNECT USERS HAVE SUBMITTED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3355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23 (1.0 each on average)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379476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yet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HOURS, VALIDATED CASES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590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use case carries a validated time estimate yet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is the most common type (3 of 8); summarize is next with 2.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have submitted all; 2 of 23 Connect users have.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of Champion use cases were done in Claude.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in-scope Membership use cases as of the Sept 30 extract. Annualized hours reflect the 0 cases with a clean, quantifiable impact figure.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of Membership’s Connect users were active in September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users by number of months active, July to September (number of people)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and September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92836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09295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1591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080510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 SEPTEMBER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 25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62%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ALL 3 MONTHS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126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ChatGPT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LICENSES UNUSED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quarter (12%)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COST, SEPTEMBER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~632 requests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18120" y="3794760"/>
            <a:ext cx="3977640" cy="960120"/>
          </a:xfrm>
          <a:prstGeom prst="rect">
            <a:avLst/>
          </a:prstGeom>
          <a:ln w="12700">
            <a:solidFill>
              <a:srgbClr val="DBDB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840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$36/mo  ·  Connect users $38/mo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$676 estimated for the same window; the two tools are not priced the same way per request.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Claude users and 15 of 24 ChatGPT users were active in every month of the quarter.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ChatGPT licenses were not used at any point in the quarter (12% of ChatGPT licenses).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 was $36/mo for Champions and $38/mo for Connect users.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is departure-adjusted: 25 active Membership Connect Users as of September; departed employees excluded starting the month they left. Source: AI_Connect_Master_AUDITED_2026-10-01.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the tools on 6 tasks; Claude was preferred on 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 comparisons (6 comparisons)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COMPARISONS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ChatGPT, 3 Claude, 1 both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WORK TESTED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TOOK PART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PREFERENCE GIVEN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comparisons by 2 Champions across 5 types of work; the result describes these tasks, not the department.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by task: 3 preferred Claude, 1 preferred ChatGPT, 1 rated both equal.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answered: Claude 1.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task_level_review_workbook0930.xlsx, Department Analysis Summary &amp; Analysis Ready Tasks.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Membership: use cases submitted by Champions (6)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Lagasse, Lauren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Acquisition New Club Reporting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Zhong, Michelle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Brief First 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Lagasse, Lauren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Evaluate Gas Savings RTB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Lagasse, Lauren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Acquisition Direct Mail Raw Response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Zhong, Michelle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Renewal Offer &amp; Campaign Performance Optimization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Zhong, Michelle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presentation development using existing brand/style references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Champions-submitted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Membership: use cases submitted by Connect users (2)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Patnode, Amanda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Using AI to Inform Partner Offer Design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White, Alicia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Capturing Qtys of Emails in the Support Box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463040" cy="0"/>
          </a:xfrm>
          <a:prstGeom prst="line">
            <a:avLst/>
          </a:prstGeom>
          <a:noFill/>
          <a:ln w="31750">
            <a:solidFill>
              <a:srgbClr val="CC0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 ·  Adoption and cost  ·  Tool comparison  ·  Use case register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Merchandising has logged 53 use cases across 9 types of work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submitted, by type of work (number of use cases)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submitted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4 Champions submitted (4.0 each on average)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CONNECT USERS HAVE SUBMITTED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3355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of 87 (1.2 each on average)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379476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781.5 hrs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HOURS, VALIDATED CASES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590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of 53 use cases carry a validated time estimate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is the most common type (15 of 53); draft is next with 10.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have submitted all; 32 of 87 Connect users have.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 of Champion use cases were done in Claude.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in-scope Merchandising use cases as of the Sept 30 extract. Annualized hours reflect the 23 cases with a clean, quantifiable impact figure.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 of Merchandising’s Connect users were active in September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users by number of months active, July to September (number of people)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and September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92836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09295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1591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080510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 SEPTEMBER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of 91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 / 51%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ALL 3 MONTHS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126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ChatGPT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LICENSES UNUSED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quarter (22%)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$2,640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COST, SEPTEMBER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~24,984 requests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18120" y="3794760"/>
            <a:ext cx="3977640" cy="960120"/>
          </a:xfrm>
          <a:prstGeom prst="rect">
            <a:avLst/>
          </a:prstGeom>
          <a:ln w="12700">
            <a:solidFill>
              <a:srgbClr val="DBDB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840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$189/mo  ·  Connect users $33/mo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$896 estimated for the same window; the two tools are not priced the same way per request.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of 77 Claude users and 35 of 69 ChatGPT users were active in every month of the quarter.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ChatGPT licenses were not used at any point in the quarter (22% of ChatGPT licenses).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 was $189/mo for Champions and $33/mo for Connect users.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is departure-adjusted: 91 active Merchandising Connect Users as of September; departed employees excluded starting the month they left. Source: AI_Connect_Master_AUDITED_2026-10-01.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the tools on 12 tasks; ChatGPT was preferred on 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 comparisons (12 comparisons)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COMPARISONS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ChatGPT, 3 Claude, 3 both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WORK TESTED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TOOK PART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PREFERENCE GIVEN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1, No answer 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comparisons by 4 Champions across 6 types of work; the result describes these tasks, not the department.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by task: 3 preferred Claude, 5 preferred ChatGPT, 3 rated both equal; 1 comparison preferred neither tool (excluded from the chart).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answered: Claude 1, No answer 1.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task_level_review_workbook0930.xlsx, Department Analysis Summary &amp; Analysis Ready Tasks.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Merchandising: use cases submitted by Champions (16)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Pandl, Ryan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File Splitting &amp; Distributing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Pandl, Ryan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Member Performance Feedback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Boyle, Karen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 a PDF into an Excel 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Boyle, Karen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listings against POG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Boyle, Karen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policy check for transaction dates.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Boyle, Karen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a chart with the tech type and refresh rates for a subset of TV models.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Boyle, Karen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Outlook/Claude connect to aggregate future travel times.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Boyle, Karen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a large data set to identify certain clubs with certain amounts of inventory.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Boyle, Karen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POG to identify any double exposures.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Mikhil, Peter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Segmentation Opportunities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Nichols, Brian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of POGs for Perishables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Boyle, Karen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Flyer creation for in club posting.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Mikhil, Peter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Review Brief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Mikhil, Peter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Hypothesis Statement Framework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Nichols, Brian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Mid-Year Review help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Pandl, Ryan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KVI/BG/FG pricing classification by market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Champions-submitted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Merchandising: use cases submitted by Connect users (37), 1 of 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Kwartler, Courtney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Anderson Installers Schedule Proposal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Brossi, Alice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professional emails and create professional PowerPoint slides for business presentations.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Kwartler, Courtney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Presentation for process improvement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D'Anella, Molly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Reporting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Clark, Sarah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Calendar Gap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Wong-Iarocci, Andrea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Business Recap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Sacco, Nancy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Images for Testing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Caledonia, Elizabeth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FY27 Assembly Recap and Opportunities for FY28 RFP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O'Brien, Melissa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plan 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Shore, Amy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Center Core Story/Theme Building and 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Hallbach, Kristen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a Powerpoint for the Readiness Monthly Meeting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Girolimetti, Allison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matrix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Pettinato, Kathleen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Validated Pre-Post Snacking POG Assignments to pull delta for clubs that did not retain correct designations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Ponte, Cayte (Previously Bergholm)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 Ideation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Brainstorm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Ichilov, Adina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a Trading Card One Pager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Rajka, Anna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 Outdoor Christmas Tree Comps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Merchandising: use cases submitted by Connect users (37), 2 of 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Hayes, Alexandra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Lego Business Discussion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Hayes, Alexandra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2HFY28 Toys Strategy Create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Hernandez, Kellie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 Elevation Library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Chalifour, Nina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a 1 page recap defining clear expectations for setting an Apparel POG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Frattaroli, Jill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CMP Hypothesis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Sufrin, Nina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 high level insights and consumer decision trees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Walsh, Hope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Created a pyramid that combined good/better/best and core/trend/wow to create an assortment of products could carry as a club retailer.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Rajka, Anna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Seasonal Promo Tracker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DIGIROLAMO, CAROLINE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Rebuilding shelf space with limited space but high sales goals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Silk, MaryKate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Heated Stadium Seats and Rec Chairs Club Segmentation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Pravda, Sara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Landed Cost Calculator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Rapone, Stephanie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 of expenses and budget impact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Shore, Amy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Thought Partner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Bodurtha, Rachel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 Data Submissions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Wennberg, Lillian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Proofing Strategy Deck for Leadership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Mcdaid, Conor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 to Excel Conversion Troubleshooting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Merchandising: use cases submitted by Connect users (37), 3 of 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Hewitt, Kristina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Competitively Shop Pool Chemicals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SPILLANE, SHANNON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 License Rankings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Chaulk, Ryan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Standardizing Article Descriptions Across the Full Desk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Frattaroli, Jill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VOM Summary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Clemmey, Kaylee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COGS Wave 3 Macro Space Feasibility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463040" cy="0"/>
          </a:xfrm>
          <a:prstGeom prst="line">
            <a:avLst/>
          </a:prstGeom>
          <a:noFill/>
          <a:ln w="31750">
            <a:solidFill>
              <a:srgbClr val="CC0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 ·  Adoption and cost  ·  Tool comparison  ·  Use case register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has logged 18 use cases across 6 types of work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submitted, by type of work (number of use cases)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submitted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2 Champions submitted (3.0 each on average)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CONNECT USERS HAVE SUBMITTED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3355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of 73 (1.7 each on average)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379476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908.7 hrs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HOURS, VALIDATED CASES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590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of 18 use cases carry a validated time estimate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is the most common type (5 of 18); analyze is next with 5.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have submitted all; 7 of 73 Connect users have.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of Champion use cases were done in ChatGPT.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in-scope Operations use cases as of the Sept 30 extract. Annualized hours reflect the 11 cases with a clean, quantifiable impact figure.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 of Operations’ Connect users were active in September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users by number of months active, July to September (number of people)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and September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92836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09295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1591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080510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 SEPTEMBER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of 75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 / 69%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ALL 3 MONTHS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126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ChatGPT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LICENSES UNUSED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quarter (2%)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$777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COST, SEPTEMBER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~7,575 requests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18120" y="3794760"/>
            <a:ext cx="3977640" cy="960120"/>
          </a:xfrm>
          <a:prstGeom prst="rect">
            <a:avLst/>
          </a:prstGeom>
          <a:ln w="12700">
            <a:solidFill>
              <a:srgbClr val="DBDB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840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$95/mo  ·  Connect users $45/mo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$2,317 estimated for the same window; the two tools are not priced the same way per request.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of 19 Claude users and 35 of 51 ChatGPT users were active in every month of the quarter.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ChatGPT license was not used at any point in the quarter (2% of ChatGPT licenses).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 was $95/mo for Champions and $45/mo for Connect users.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is departure-adjusted: 75 active Operations Connect Users as of September; departed employees excluded starting the month they left. Source: AI_Connect_Master_AUDITED_2026-10-01.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the tools on 6 tasks; Claude was preferred on 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 comparisons (6 comparisons)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COMPARISONS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ChatGPT, 3 Claude, 1 both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WORK TESTED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TOOK PART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PREFERENCE GIVEN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comparisons by 2 Champions across 5 types of work; the result describes these tasks, not the department.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by task: 3 preferred Claude, 2 preferred ChatGPT, 1 rated both equal.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answered: Both 2.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task_level_review_workbook0930.xlsx, Department Analysis Summary &amp; Analysis Ready Tasks.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Operations: use cases submitted by Champions (6)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Stephens, Mark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Business Recaps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DiStefano, Nick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Robust Databricks App Development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Stephens, Mark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 and Job Aids Create/Review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Stephens, Mark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Story Telling PowerPoint Deck Building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DiStefano, Nick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Ops x Merch Ops Pallet Position Recommender 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DiStefano, Nick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Data Extraction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Champions-submitted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Operations: use cases submitted by Connect users (12)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WARREN, ORISE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an internal user guide from a recorded workshop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WARREN, ORISE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 Workbook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Krieger, Caroline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Projected Business Value - ROI Generation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WARREN, ORISE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Reorganize a Training Guide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Piers, William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data scraping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Burley, Kevin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 a weekly Monday supply chain health update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Peters, Bill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 Rate Report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Peters, Bill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 Campaign Posters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Rymer, Erin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 of the Member Workspace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Peters, Bill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Chemical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WARREN, ORISE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 2 SOPs into one condensed 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Fettig, Alexis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 TX Perishables Salvage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Services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463040" cy="0"/>
          </a:xfrm>
          <a:prstGeom prst="line">
            <a:avLst/>
          </a:prstGeom>
          <a:noFill/>
          <a:ln w="31750">
            <a:solidFill>
              <a:srgbClr val="CC0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 ·  Adoption and cost  ·  Tool comparison  ·  Use case register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Services has logged 33 use cases across 6 types of work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submitted, by type of work (number of use cases)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submitted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2 Champions submitted (3.0 each on average)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CONNECT USERS HAVE SUBMITTED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3355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of 23 (2.1 each on average)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379476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1224.3 hrs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HOURS, VALIDATED CASES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590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of 33 use cases carry a validated time estimate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is the most common type (10 of 33); summarize is next with 6.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have submitted all; 13 of 23 Connect users have.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of Champion use cases were done in Claude.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in-scope Shared Services use cases as of the Sept 30 extract. Annualized hours reflect the 19 cases with a clean, quantifiable impact figure.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of Shared Services’ Connect users were active in September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users by number of months active, July to September (number of people)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and September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92836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09295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1591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080510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 SEPTEMBER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of 25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/ 87%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ALL 3 MONTHS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126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ChatGPT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LICENSES UNUSED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quarter: none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$95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COST, SEPTEMBER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~818 requests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18120" y="3794760"/>
            <a:ext cx="3977640" cy="960120"/>
          </a:xfrm>
          <a:prstGeom prst="rect">
            <a:avLst/>
          </a:prstGeom>
          <a:ln w="12700">
            <a:solidFill>
              <a:srgbClr val="DBDB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840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$184/mo  ·  Connect users $23/mo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$758 estimated for the same window; the two tools are not priced the same way per request.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2 Claude users and 20 of 23 ChatGPT users were active in every month of the quarter.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ChatGPT license in the department was used at least once in the quarter.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 was $184/mo for Champions and $23/mo for Connect users.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is departure-adjusted: 25 active Shared Services Connect Users as of September; departed employees excluded starting the month they left. Source: AI_Connect_Master_AUDITED_2026-10-01.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the tools on 6 tasks; ChatGPT was preferred on 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 comparisons (6 comparisons)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COMPARISONS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ChatGPT, 2 Claude, 1 both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WORK TESTED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TOOK PART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PREFERENCE GIVEN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recorded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comparisons by 2 Champions across 4 types of work; the result describes these tasks, not the department.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by task: 2 preferred Claude, 3 preferred ChatGPT, 1 rated both equal.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overall preference was recorded by the Champions.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task_level_review_workbook0930.xlsx, Department Analysis Summary &amp; Analysis Ready Tasks.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Services: use cases submitted by Champions (6)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Dholakia, Aditya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Reconcile weekly CI project reviews into tracker updates using a reusable AI skill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Dholakia, Aditya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and facilitate a Tire Bay Continuous Improvement Kaizen workshop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Dholakia, Aditya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 concise executive updates from cross-functional project inputs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Mile, Khauhelo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Readiness Reporting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Mile, Khauhelo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Turning Large SOPs into Simple Checklists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Mile, Khauhelo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Reusable Tracking Template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Champions-submitted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Services: use cases submitted by Connect users (27), 1 of 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Desmond, Elaine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 project support, Promotion and Vendor Funding workshop support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Monahan, John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Salesbased Agreement Date Macro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McCann, Chris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Streamlining Knowledge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Ortiz, Ivette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Communication Optimization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Hills, Chris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Presentation Creation Using BJ's Template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Hills, Chris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Transportation Root Cause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Cruz, Miranda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SteerCo Presentation and Content Development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Hills, Chris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Leadership Communication Development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Ortiz, Ivette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Analysis &amp; Variance Commentary Support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McCann, Chris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Ortiz, Ivette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 Process &amp; DTP Documentation Improvement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Ngo, Tina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Workplace Technology Troubleshooting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Ngo, Tina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Review Development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Ortiz, Ivette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Support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Mattox, Roberta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Transition End to End Process Improvements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Mattox, Roberta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expected messaging in .ppt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Services: use cases submitted by Connect users (27), 2 of 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Ganguli, Geetshree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DSO Calculation and Dashboard Automation Using 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Ngo, Tina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Workplace Communication Refinement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Cruz, Miranda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Options analysis to guide project team in assessing launch options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Ganguli, Geetshree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Flux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Ganguli, Geetshree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5-Day Grace Period – Credit Override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Seppa, Sue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ASN Technical Accounting Memo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Balducci, Robert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Adjusting Special Stock inventory in SAP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Richardson, Lynn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Rewording emails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Richardson, Lynn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Gaap accounting rules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Sebbai, Mohammed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Excel Macro Development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Desmond, Elaine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Infrastructure Research exercise on measurement best known method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specified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Development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463040" cy="0"/>
          </a:xfrm>
          <a:prstGeom prst="line">
            <a:avLst/>
          </a:prstGeom>
          <a:noFill/>
          <a:ln w="31750">
            <a:solidFill>
              <a:srgbClr val="CC0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 ·  Adoption and cost  ·  Tool comparison  ·  Use case register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Development has logged 7 use cases, 43% of them summarizing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submitted, by type of work (number of use cases)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submitted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2 Champions submitted (2.0 each on average)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CONNECT USERS HAVE SUBMITTED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3355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13 (1.0 each on average)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379476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431 hrs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HOURS, VALIDATED CASES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590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7 use cases carry a validated time estimate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is the most common type (3 of 7); analyze is next with 3.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have submitted all; 3 of 13 Connect users have.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of Champion use cases were done in Claude.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in-scope Strategy &amp; Development use cases as of the Sept 30 extract. Annualized hours reflect the 4 cases with a clean, quantifiable impact figure.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Strategy &amp; Development’s Connect users were active in September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users by number of months active, July to September (number of people)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and September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92836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09295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1591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080510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 SEPTEMBER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of 15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/ 86%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ALL 3 MONTHS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126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ChatGPT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LICENSES UNUSED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quarter: none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$186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COST, SEPTEMBER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~1,919 requests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18120" y="3794760"/>
            <a:ext cx="3977640" cy="960120"/>
          </a:xfrm>
          <a:prstGeom prst="rect">
            <a:avLst/>
          </a:prstGeom>
          <a:ln w="12700">
            <a:solidFill>
              <a:srgbClr val="DBDB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840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$74/mo  ·  Connect users $62/mo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$769 estimated for the same window; the two tools are not priced the same way per request.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3 Claude users and 12 of 13 ChatGPT users were active in every month of the quarter.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ChatGPT license in the department was used at least once in the quarter.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 was $74/mo for Champions and $62/mo for Connect users.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is departure-adjusted: 15 active Strategy &amp; Development Connect Users as of September; departed employees excluded starting the month they left. Source: AI_Connect_Master_AUDITED_2026-10-01.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the tools on 5 tasks; Claude was preferred on all 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 comparisons (5 comparisons)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COMPARISONS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ChatGPT, 5 Claude, 0 both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WORK TESTED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TOOK PART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PREFERENCE GIVEN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comparisons by 2 Champions across 3 types of work; the result describes these tasks, not the department.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by task: 5 preferred Claude, 0 preferred ChatGPT, 0 rated both equal.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answered: Claude 2.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task_level_review_workbook0930.xlsx, Department Analysis Summary &amp; Analysis Ready Tasks.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Development: use cases submitted by Champions (4)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Pak, David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Analytics- Vendor 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Pak, David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Sourcing- Active Deals 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Ni, Amy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Snow Removal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Pak, David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Refresh the Chain Updates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Champions-submitted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Development: use cases submitted by Connect users (3)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Rosner, Christine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Refresh the Chain Weekly Dashboard Automation (submitted on behalf of Christine Rosner)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Lobas, Kristin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 a group of emails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Keith, Michael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Competitive Impact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463040" cy="0"/>
          </a:xfrm>
          <a:prstGeom prst="line">
            <a:avLst/>
          </a:prstGeom>
          <a:noFill/>
          <a:ln w="31750">
            <a:solidFill>
              <a:srgbClr val="CC00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 ·  Adoption and cost  ·  Tool comparison  ·  Use case register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has logged 37 use cases across 8 types of work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submitted, by type of work (number of use cases)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submitted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SUBMITTED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of 9 Champions submitted (3.1 each on average)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CONNECT USERS HAVE SUBMITTED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3355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of 195 (1.2 each on average)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379476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1032.3 hrs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HOURS, VALIDATED CASES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4590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of 37 use cases carry a validated time estimate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is the most common type (10 of 37); summarize is next with 10.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have submitted 7 of 9; 13 of 195 Connect users have.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 of Champion use cases were done in Claude.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in-scope Technology use cases as of the Sept 30 extract. Annualized hours reflect the 11 cases with a clean, quantifiable impact figure.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of Technology’s Connect users were active in September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users by number of months active, July to September (number of people)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and September cost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92836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09295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1591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080510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 SEPTEMBER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 of 204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 / 76%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ALL 3 MONTHS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126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ChatGPT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LICENSES UNUSED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quarter (8%)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$5,354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COST, SEPTEMBER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~45,959 requests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18120" y="3794760"/>
            <a:ext cx="3977640" cy="960120"/>
          </a:xfrm>
          <a:prstGeom prst="rect">
            <a:avLst/>
          </a:prstGeom>
          <a:ln w="12700">
            <a:solidFill>
              <a:srgbClr val="DBDB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840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$191/mo  ·  Connect users $43/mo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$4,262 estimated for the same window; the two tools are not priced the same way per request.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of 91 Claude users and 85 of 112 ChatGPT users were active in every month of the quarter.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ChatGPT licenses were not used at any point in the quarter (8% of ChatGPT licenses).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cost per active user was $191/mo for Champions and $43/mo for Connect users.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is departure-adjusted: 204 active Technology Connect Users as of September; departed employees excluded starting the month they left. Source: AI_Connect_Master_AUDITED_2026-10-01.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the tools on 28 tasks; Claude was preferred on 15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 comparisons (28 comparisons)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818120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841248"/>
            <a:ext cx="0" cy="393192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COMPARISONS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21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ChatGPT, 15 Claude, 2 both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875520" y="132588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126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00126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WORK TESTED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552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TOOK PART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875520" y="2560320"/>
            <a:ext cx="0" cy="1097280"/>
          </a:xfrm>
          <a:prstGeom prst="line">
            <a:avLst/>
          </a:prstGeom>
          <a:noFill/>
          <a:ln w="25400">
            <a:solidFill>
              <a:srgbClr val="CC00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1268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PREFERENCE GIVEN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33558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5, ChatGPT 1, Both 1, No answer 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comparisons by 8 Champions across 9 types of work; the result describes these tasks, not the department.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by task: 15 preferred Claude, 11 preferred ChatGPT, 2 rated both equal.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answered: Claude 5, ChatGPT 1, Both 1, No answer 1.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task_level_review_workbook0930.xlsx, Department Analysis Summary &amp; Analysis Ready Tasks.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Technology: use cases submitted by Champions (22), 1 of 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Kande, Ravindrababu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Creating Cloud Network subnets for Kubernetes cluster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Kothapallisekhar, Praneeth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AI-Built Operational Productivity Sites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Xiao, Sophia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Automating Tableau Data Refresh Into Excel Weekly Report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Kothapallisekhar, Praneeth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Claude-Powered CouponsWallet Email Digest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Kande, Ravindrababu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Club, Distribution center and CSC Network Documentation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Kothapallisekhar, Praneeth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Use Case Discovery and Form Completion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Kothapallisekhar, Praneeth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CO-STAR Prompt-Writer Custom 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Schoener, Andy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Team Weekly Status Report (see attached file)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Schoener, Andy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Architecture Application Inventory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extraction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Schoener, Andy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Contract Archive Assistant (see attached file)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Paulhus, Chelsea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AI-Guided Product Discovery Agent — Built with 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Smith, Jeffrey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SharePoint Administration and PowerShell Automation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Smith, Jeffrey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EDI Transaction Troubleshooting and Mapping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Smith, Jeffrey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HR Integration and API Troubleshooting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Kothapallisekhar, Praneeth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Reusable BJ's SRE Presentation Skill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Paulhus, Chelsea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AI-Powered Weekly Voice of Member (VOM) Product Insights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Champions-submitted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Technology: use cases submitted by Champions (22), 2 of 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Paulhus, Chelsea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Operating Model PM/PDM Agent for Standard Delivery Method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Kande, Ravindrababu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VMware capacity and snapshot reporting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Kande, Ravindrababu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Assited Incident Resolution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Xiao, Sophia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Automating Recurring Excel-to-Word WBR Reporting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Xiao, Sophia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Turning a Digital-Shelf Sales Analysis into an Executive Deck with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Hall, Alex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Cod Scanning Assessments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Champions-submitted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Technology: use cases submitted by Connect users (15)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validated annualized hours; use cases without a validated estimate are marked "Not quantified"</a:t>
            </a:r>
            <a:endParaRPr lang="en-US" sz="14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1737360"/>
                <a:gridCol w="100584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Candela, Adam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Jira Triage and PM Dashboard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Pamidimarri, Krishna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Databricks cost anomaly summary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Upadhyaya, Kalyan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 Technical Content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Pulavarthi, Sreeram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Documentation for ETL pipelines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Uppala, Suresh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Weekly Status Report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Ramasamy, Pradeep Kumar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Scope-to-Questionnaire Generation for RFP/RFI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Narra, Mahipal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Bot as AI Engineering Hub — MCP Tool Development, AWS Debugging, Mainframe Logic Extraction &amp; Team Innovation Notifications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Varella, Rodrigo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Summarization and Comparison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Prabhu, Sanjay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Personal Assistant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Dufault, Will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Accelerate writing team documentation / SOPs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McCormack, Michael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Intelligence Agent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Walsh, Jaclyn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Reporting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Kogan, Amanda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BJ's Member Persona Agent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Kogan, Amanda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 Research Hub — Live Confluence Research Retrieval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Kogan, Amanda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 Initiative Planning Agent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Connect users-submitted use cases as of the Sept 30 extract.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2026-10-02T11:33:03Z</dcterms:created>
  <dcterms:modified xsi:type="dcterms:W3CDTF">2026-10-02T11:33:03Z</dcterms:modified>
</cp:coreProperties>
</file>